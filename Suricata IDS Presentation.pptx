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Fjalla One"/>
      <p:regular r:id="rId33"/>
    </p:embeddedFont>
    <p:embeddedFont>
      <p:font typeface="Barlow Semi Condensed Medium"/>
      <p:regular r:id="rId34"/>
      <p:bold r:id="rId35"/>
      <p:italic r:id="rId36"/>
      <p:boldItalic r:id="rId37"/>
    </p:embeddedFont>
    <p:embeddedFont>
      <p:font typeface="Barlow Semi Condense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-italic.fntdata"/><Relationship Id="rId20" Type="http://schemas.openxmlformats.org/officeDocument/2006/relationships/slide" Target="slides/slide16.xml"/><Relationship Id="rId41" Type="http://schemas.openxmlformats.org/officeDocument/2006/relationships/font" Target="fonts/BarlowSemiCondensed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FjallaOne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BarlowSemiCondensedMedium-bold.fntdata"/><Relationship Id="rId12" Type="http://schemas.openxmlformats.org/officeDocument/2006/relationships/slide" Target="slides/slide8.xml"/><Relationship Id="rId34" Type="http://schemas.openxmlformats.org/officeDocument/2006/relationships/font" Target="fonts/BarlowSemiCondense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BarlowSemiCondensed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BarlowSemiCondensedMedium-italic.fntdata"/><Relationship Id="rId17" Type="http://schemas.openxmlformats.org/officeDocument/2006/relationships/slide" Target="slides/slide13.xml"/><Relationship Id="rId39" Type="http://schemas.openxmlformats.org/officeDocument/2006/relationships/font" Target="fonts/BarlowSemiCondensed-bold.fntdata"/><Relationship Id="rId16" Type="http://schemas.openxmlformats.org/officeDocument/2006/relationships/slide" Target="slides/slide12.xml"/><Relationship Id="rId38" Type="http://schemas.openxmlformats.org/officeDocument/2006/relationships/font" Target="fonts/BarlowSemiCondensed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952d95fb6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952d95fb6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881d70bc0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881d70bc0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952d95fb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3952d95fb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952d95fb6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3952d95fb6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952d95fb6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952d95fb6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952d95fb6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3952d95fb6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8714a43093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8714a43093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3952d95fb6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3952d95fb6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952d95fb6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3952d95fb6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952d95fb6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952d95fb6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952d95fb6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3952d95fb6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3952d95fb6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3952d95fb6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952d95fb6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3952d95fb6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3952d95fb6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3952d95fb6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3952d95fb6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3952d95fb6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3952d95fb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3952d95fb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3952d95fb6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3952d95fb6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39533d8aa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39533d8aa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39533d8aad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39533d8aad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9533d8aa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39533d8aa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9533d8aad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9533d8aad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39533d8aad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39533d8aad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b257123a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3b257123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8714a43093_3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8714a43093_3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IDS Alert System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Ryan Becker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34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The Question</a:t>
            </a:r>
            <a:endParaRPr sz="4700"/>
          </a:p>
        </p:txBody>
      </p:sp>
      <p:sp>
        <p:nvSpPr>
          <p:cNvPr id="1887" name="Google Shape;1887;p34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2" name="Google Shape;1892;p35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1893" name="Google Shape;1893;p35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5" name="Google Shape;1895;p35"/>
          <p:cNvGrpSpPr/>
          <p:nvPr/>
        </p:nvGrpSpPr>
        <p:grpSpPr>
          <a:xfrm>
            <a:off x="4203187" y="998194"/>
            <a:ext cx="737616" cy="736599"/>
            <a:chOff x="1190625" y="238125"/>
            <a:chExt cx="5238750" cy="5231525"/>
          </a:xfrm>
        </p:grpSpPr>
        <p:sp>
          <p:nvSpPr>
            <p:cNvPr id="1896" name="Google Shape;1896;p35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</p:grpSp>
      <p:sp>
        <p:nvSpPr>
          <p:cNvPr id="1906" name="Google Shape;1906;p35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build a wireless IDS to send real time alerts with suricata and python?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3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with Question</a:t>
            </a:r>
            <a:endParaRPr/>
          </a:p>
        </p:txBody>
      </p:sp>
      <p:sp>
        <p:nvSpPr>
          <p:cNvPr id="1912" name="Google Shape;1912;p3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Managed Switch</a:t>
            </a:r>
            <a:endParaRPr/>
          </a:p>
        </p:txBody>
      </p:sp>
      <p:sp>
        <p:nvSpPr>
          <p:cNvPr id="1913" name="Google Shape;1913;p3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Key to Port Mirroring router traffic for Datalink IDS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4" name="Google Shape;1914;p3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Virtual Switch</a:t>
            </a:r>
            <a:endParaRPr/>
          </a:p>
        </p:txBody>
      </p:sp>
      <p:sp>
        <p:nvSpPr>
          <p:cNvPr id="1915" name="Google Shape;1915;p3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Got Close but lacked visibility of any attacks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6" name="Google Shape;1916;p3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TCPDump</a:t>
            </a:r>
            <a:endParaRPr/>
          </a:p>
        </p:txBody>
      </p:sp>
      <p:sp>
        <p:nvSpPr>
          <p:cNvPr id="1917" name="Google Shape;1917;p36"/>
          <p:cNvSpPr txBox="1"/>
          <p:nvPr>
            <p:ph idx="6" type="subTitle"/>
          </p:nvPr>
        </p:nvSpPr>
        <p:spPr>
          <a:xfrm>
            <a:off x="2802971" y="3513792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Challenges with TCPDump implementation with python, acts too passive from what I found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8" name="Google Shape;1918;p3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Mobile Texts </a:t>
            </a:r>
            <a:endParaRPr/>
          </a:p>
        </p:txBody>
      </p:sp>
      <p:sp>
        <p:nvSpPr>
          <p:cNvPr id="1919" name="Google Shape;1919;p3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Some platforms are free, but seemed off with format of site. So resorted away from text alerts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6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1" name="Google Shape;1921;p36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2" name="Google Shape;1922;p36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3" name="Google Shape;1923;p36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8" name="Google Shape;1928;p37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1929" name="Google Shape;1929;p37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1" name="Google Shape;1931;p37"/>
          <p:cNvGrpSpPr/>
          <p:nvPr/>
        </p:nvGrpSpPr>
        <p:grpSpPr>
          <a:xfrm>
            <a:off x="4203187" y="998194"/>
            <a:ext cx="737616" cy="736599"/>
            <a:chOff x="1190625" y="238125"/>
            <a:chExt cx="5238750" cy="5231525"/>
          </a:xfrm>
        </p:grpSpPr>
        <p:sp>
          <p:nvSpPr>
            <p:cNvPr id="1932" name="Google Shape;1932;p37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</p:grpSp>
      <p:sp>
        <p:nvSpPr>
          <p:cNvPr id="1942" name="Google Shape;1942;p37"/>
          <p:cNvSpPr txBox="1"/>
          <p:nvPr>
            <p:ph type="title"/>
          </p:nvPr>
        </p:nvSpPr>
        <p:spPr>
          <a:xfrm>
            <a:off x="2167191" y="2206049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new Question: Can I create an IDS behind an AP, where a user can connect their devices and get real time alerts via Discord of network activity, while they are away?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38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Potential Limitations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38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38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38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8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8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not alert if there is an ARP MItM attack on the SETUP-#### SSID. This is due to suricata being specific to SuricataAP.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3" name="Google Shape;1953;p38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DDoS Delays alerts due to flooding via SYN or other packets. Therefore, does not correctly alert in real time.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4" name="Google Shape;1954;p38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ARP Attack</a:t>
            </a:r>
            <a:endParaRPr sz="1800"/>
          </a:p>
        </p:txBody>
      </p:sp>
      <p:sp>
        <p:nvSpPr>
          <p:cNvPr id="1955" name="Google Shape;1955;p38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DDoS</a:t>
            </a:r>
            <a:endParaRPr sz="1800"/>
          </a:p>
        </p:txBody>
      </p:sp>
      <p:sp>
        <p:nvSpPr>
          <p:cNvPr id="1956" name="Google Shape;1956;p38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57" name="Google Shape;1957;p38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9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Topology</a:t>
            </a:r>
            <a:endParaRPr sz="4700"/>
          </a:p>
        </p:txBody>
      </p:sp>
      <p:sp>
        <p:nvSpPr>
          <p:cNvPr id="1963" name="Google Shape;1963;p39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0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</a:t>
            </a:r>
            <a:r>
              <a:rPr lang="en"/>
              <a:t>3 and 4 IDS Setup</a:t>
            </a:r>
            <a:endParaRPr/>
          </a:p>
        </p:txBody>
      </p:sp>
      <p:pic>
        <p:nvPicPr>
          <p:cNvPr id="1969" name="Google Shape;19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920" y="932620"/>
            <a:ext cx="3558024" cy="4180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0" name="Google Shape;1970;p40"/>
          <p:cNvCxnSpPr/>
          <p:nvPr/>
        </p:nvCxnSpPr>
        <p:spPr>
          <a:xfrm>
            <a:off x="3873225" y="3354125"/>
            <a:ext cx="539100" cy="229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1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IDS Setup</a:t>
            </a:r>
            <a:endParaRPr/>
          </a:p>
        </p:txBody>
      </p:sp>
      <p:pic>
        <p:nvPicPr>
          <p:cNvPr id="1976" name="Google Shape;19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325" y="932628"/>
            <a:ext cx="3641927" cy="3906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7" name="Google Shape;1977;p41"/>
          <p:cNvCxnSpPr/>
          <p:nvPr/>
        </p:nvCxnSpPr>
        <p:spPr>
          <a:xfrm flipH="1" rot="10800000">
            <a:off x="4192675" y="2705350"/>
            <a:ext cx="698700" cy="99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2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Suricata PI Setup</a:t>
            </a:r>
            <a:endParaRPr sz="4700"/>
          </a:p>
        </p:txBody>
      </p:sp>
      <p:sp>
        <p:nvSpPr>
          <p:cNvPr id="1983" name="Google Shape;1983;p42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43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Suricata</a:t>
            </a:r>
            <a:r>
              <a:rPr lang="en"/>
              <a:t> Process</a:t>
            </a:r>
            <a:endParaRPr/>
          </a:p>
        </p:txBody>
      </p:sp>
      <p:sp>
        <p:nvSpPr>
          <p:cNvPr id="1989" name="Google Shape;1989;p43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Network Manager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0" name="Google Shape;1990;p43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Suricata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1" name="Google Shape;1991;p43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IPTables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2" name="Google Shape;1992;p43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Discord Alert Python File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93" name="Google Shape;1993;p43"/>
          <p:cNvGrpSpPr/>
          <p:nvPr/>
        </p:nvGrpSpPr>
        <p:grpSpPr>
          <a:xfrm>
            <a:off x="1620199" y="2106974"/>
            <a:ext cx="5900364" cy="1517351"/>
            <a:chOff x="1621724" y="2106974"/>
            <a:chExt cx="5900364" cy="1517351"/>
          </a:xfrm>
        </p:grpSpPr>
        <p:grpSp>
          <p:nvGrpSpPr>
            <p:cNvPr id="1994" name="Google Shape;1994;p43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1995" name="Google Shape;1995;p43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6" name="Google Shape;1996;p43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7" name="Google Shape;1997;p43"/>
              <p:cNvCxnSpPr>
                <a:stCxn id="1998" idx="6"/>
                <a:endCxn id="1999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000" name="Google Shape;2000;p43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1" name="Google Shape;2001;p43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1999" name="Google Shape;1999;p43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43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03" name="Google Shape;2003;p43"/>
            <p:cNvCxnSpPr>
              <a:stCxn id="2004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5" name="Google Shape;2005;p43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006" name="Google Shape;2006;p43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3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07" name="Google Shape;2007;p43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8" name="Google Shape;2008;p43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009" name="Google Shape;2009;p43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43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11" name="Google Shape;2011;p43"/>
            <p:cNvCxnSpPr>
              <a:stCxn id="2012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13" name="Google Shape;2013;p43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1998" name="Google Shape;1998;p43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43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4" name="Google Shape;2014;p43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19" name="Google Shape;2019;p43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20" name="Google Shape;2020;p43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21" name="Google Shape;2021;p43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" name="Google Shape;20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159" y="0"/>
            <a:ext cx="5861689" cy="2460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7" name="Google Shape;202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928" y="2376906"/>
            <a:ext cx="5852160" cy="2766594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44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4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30" name="Google Shape;2030;p44"/>
          <p:cNvSpPr/>
          <p:nvPr/>
        </p:nvSpPr>
        <p:spPr>
          <a:xfrm>
            <a:off x="1842875" y="3954950"/>
            <a:ext cx="1422000" cy="1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45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5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37" name="Google Shape;20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425" y="2224088"/>
            <a:ext cx="79914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46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46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44" name="Google Shape;20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825" y="1167450"/>
            <a:ext cx="66008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663" y="1666763"/>
            <a:ext cx="6379141" cy="300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47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47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52" name="Google Shape;20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637" y="238125"/>
            <a:ext cx="628073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3" name="Google Shape;205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488" y="1333500"/>
            <a:ext cx="57150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Google Shape;205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0563" y="2428875"/>
            <a:ext cx="5262870" cy="2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" name="Google Shape;205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9" y="4692475"/>
            <a:ext cx="9337976" cy="2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8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48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62" name="Google Shape;206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250" y="152400"/>
            <a:ext cx="422877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49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9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69" name="Google Shape;20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0600"/>
            <a:ext cx="9603249" cy="5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9089" y="2669625"/>
            <a:ext cx="4565050" cy="14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50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Victim Device </a:t>
            </a:r>
            <a:r>
              <a:rPr lang="en" sz="4700"/>
              <a:t>Setup</a:t>
            </a:r>
            <a:endParaRPr sz="4700"/>
          </a:p>
        </p:txBody>
      </p:sp>
      <p:sp>
        <p:nvSpPr>
          <p:cNvPr id="2076" name="Google Shape;2076;p50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51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82" name="Google Shape;20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207613"/>
            <a:ext cx="84963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52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88" name="Google Shape;20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799" y="96875"/>
            <a:ext cx="7361552" cy="149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400" y="1590492"/>
            <a:ext cx="7424351" cy="75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52"/>
          <p:cNvPicPr preferRelativeResize="0"/>
          <p:nvPr/>
        </p:nvPicPr>
        <p:blipFill rotWithShape="1">
          <a:blip r:embed="rId5">
            <a:alphaModFix/>
          </a:blip>
          <a:srcRect b="32899" l="0" r="0" t="0"/>
          <a:stretch/>
        </p:blipFill>
        <p:spPr>
          <a:xfrm>
            <a:off x="1714835" y="2340990"/>
            <a:ext cx="6122771" cy="2595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53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Attacker</a:t>
            </a:r>
            <a:r>
              <a:rPr lang="en" sz="4700"/>
              <a:t> PI Setup</a:t>
            </a:r>
            <a:endParaRPr sz="4700"/>
          </a:p>
        </p:txBody>
      </p:sp>
      <p:sp>
        <p:nvSpPr>
          <p:cNvPr id="2096" name="Google Shape;2096;p53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54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Attacker Pi Process</a:t>
            </a:r>
            <a:endParaRPr/>
          </a:p>
        </p:txBody>
      </p:sp>
      <p:sp>
        <p:nvSpPr>
          <p:cNvPr id="2102" name="Google Shape;2102;p54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 Nmap to map the network (wlan1)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3" name="Google Shape;2103;p54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DDoS attack against wlan0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4" name="Google Shape;2104;p54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 Nmap to map the network (wlan0)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5" name="Google Shape;2105;p54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Inspect Logs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106" name="Google Shape;2106;p54"/>
          <p:cNvGrpSpPr/>
          <p:nvPr/>
        </p:nvGrpSpPr>
        <p:grpSpPr>
          <a:xfrm>
            <a:off x="1620199" y="2106974"/>
            <a:ext cx="5900539" cy="1517351"/>
            <a:chOff x="1621724" y="2106974"/>
            <a:chExt cx="5900539" cy="1517351"/>
          </a:xfrm>
        </p:grpSpPr>
        <p:grpSp>
          <p:nvGrpSpPr>
            <p:cNvPr id="2107" name="Google Shape;2107;p54"/>
            <p:cNvGrpSpPr/>
            <p:nvPr/>
          </p:nvGrpSpPr>
          <p:grpSpPr>
            <a:xfrm>
              <a:off x="2604781" y="2884996"/>
              <a:ext cx="4021755" cy="519"/>
              <a:chOff x="3762454" y="2553002"/>
              <a:chExt cx="1121578" cy="145"/>
            </a:xfrm>
          </p:grpSpPr>
          <p:cxnSp>
            <p:nvCxnSpPr>
              <p:cNvPr id="2108" name="Google Shape;2108;p54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9" name="Google Shape;2109;p54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0" name="Google Shape;2110;p54"/>
              <p:cNvCxnSpPr>
                <a:stCxn id="2111" idx="6"/>
                <a:endCxn id="2112" idx="2"/>
              </p:cNvCxnSpPr>
              <p:nvPr/>
            </p:nvCxnSpPr>
            <p:spPr>
              <a:xfrm>
                <a:off x="3762454" y="2553146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13" name="Google Shape;2113;p54"/>
            <p:cNvCxnSpPr/>
            <p:nvPr/>
          </p:nvCxnSpPr>
          <p:spPr>
            <a:xfrm>
              <a:off x="3752008" y="3186309"/>
              <a:ext cx="0" cy="35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14" name="Google Shape;2114;p54"/>
            <p:cNvGrpSpPr/>
            <p:nvPr/>
          </p:nvGrpSpPr>
          <p:grpSpPr>
            <a:xfrm>
              <a:off x="3261117" y="2393765"/>
              <a:ext cx="983016" cy="983016"/>
              <a:chOff x="3347725" y="2480342"/>
              <a:chExt cx="810000" cy="810000"/>
            </a:xfrm>
          </p:grpSpPr>
          <p:sp>
            <p:nvSpPr>
              <p:cNvPr id="2112" name="Google Shape;2112;p54"/>
              <p:cNvSpPr/>
              <p:nvPr/>
            </p:nvSpPr>
            <p:spPr>
              <a:xfrm>
                <a:off x="3347725" y="2480342"/>
                <a:ext cx="810000" cy="810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54"/>
              <p:cNvSpPr/>
              <p:nvPr/>
            </p:nvSpPr>
            <p:spPr>
              <a:xfrm>
                <a:off x="3451091" y="2583719"/>
                <a:ext cx="603600" cy="60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16" name="Google Shape;2116;p54"/>
            <p:cNvCxnSpPr>
              <a:stCxn id="2117" idx="0"/>
            </p:cNvCxnSpPr>
            <p:nvPr/>
          </p:nvCxnSpPr>
          <p:spPr>
            <a:xfrm rot="10800000">
              <a:off x="5391605" y="2122099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18" name="Google Shape;2118;p54"/>
            <p:cNvGrpSpPr/>
            <p:nvPr/>
          </p:nvGrpSpPr>
          <p:grpSpPr>
            <a:xfrm>
              <a:off x="4899976" y="2393376"/>
              <a:ext cx="983218" cy="983218"/>
              <a:chOff x="4987056" y="2480342"/>
              <a:chExt cx="809100" cy="809100"/>
            </a:xfrm>
          </p:grpSpPr>
          <p:sp>
            <p:nvSpPr>
              <p:cNvPr id="2119" name="Google Shape;2119;p54"/>
              <p:cNvSpPr/>
              <p:nvPr/>
            </p:nvSpPr>
            <p:spPr>
              <a:xfrm>
                <a:off x="4987056" y="2480342"/>
                <a:ext cx="809100" cy="809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54"/>
              <p:cNvSpPr/>
              <p:nvPr/>
            </p:nvSpPr>
            <p:spPr>
              <a:xfrm>
                <a:off x="5090423" y="2583719"/>
                <a:ext cx="602400" cy="602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20" name="Google Shape;2120;p54"/>
            <p:cNvCxnSpPr/>
            <p:nvPr/>
          </p:nvCxnSpPr>
          <p:spPr>
            <a:xfrm>
              <a:off x="7031106" y="3186309"/>
              <a:ext cx="0" cy="35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21" name="Google Shape;2121;p54"/>
            <p:cNvGrpSpPr/>
            <p:nvPr/>
          </p:nvGrpSpPr>
          <p:grpSpPr>
            <a:xfrm>
              <a:off x="6539045" y="2393178"/>
              <a:ext cx="983218" cy="983218"/>
              <a:chOff x="6626363" y="2480342"/>
              <a:chExt cx="809100" cy="809100"/>
            </a:xfrm>
          </p:grpSpPr>
          <p:sp>
            <p:nvSpPr>
              <p:cNvPr id="2122" name="Google Shape;2122;p54"/>
              <p:cNvSpPr/>
              <p:nvPr/>
            </p:nvSpPr>
            <p:spPr>
              <a:xfrm>
                <a:off x="6626363" y="2480342"/>
                <a:ext cx="809100" cy="8091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54"/>
              <p:cNvSpPr/>
              <p:nvPr/>
            </p:nvSpPr>
            <p:spPr>
              <a:xfrm>
                <a:off x="6729729" y="2583719"/>
                <a:ext cx="602400" cy="602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24" name="Google Shape;2124;p54"/>
            <p:cNvCxnSpPr>
              <a:stCxn id="2125" idx="0"/>
            </p:cNvCxnSpPr>
            <p:nvPr/>
          </p:nvCxnSpPr>
          <p:spPr>
            <a:xfrm rot="10800000">
              <a:off x="2113474" y="2122227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26" name="Google Shape;2126;p54"/>
            <p:cNvGrpSpPr/>
            <p:nvPr/>
          </p:nvGrpSpPr>
          <p:grpSpPr>
            <a:xfrm>
              <a:off x="1621724" y="2393805"/>
              <a:ext cx="983056" cy="983421"/>
              <a:chOff x="1708681" y="2480698"/>
              <a:chExt cx="809100" cy="809400"/>
            </a:xfrm>
          </p:grpSpPr>
          <p:sp>
            <p:nvSpPr>
              <p:cNvPr id="2111" name="Google Shape;2111;p54"/>
              <p:cNvSpPr/>
              <p:nvPr/>
            </p:nvSpPr>
            <p:spPr>
              <a:xfrm>
                <a:off x="1708681" y="2480698"/>
                <a:ext cx="809100" cy="809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54"/>
              <p:cNvSpPr/>
              <p:nvPr/>
            </p:nvSpPr>
            <p:spPr>
              <a:xfrm>
                <a:off x="1812063" y="2584091"/>
                <a:ext cx="602700" cy="6027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7" name="Google Shape;2127;p54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4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4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4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1" name="Google Shape;2131;p54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2" name="Google Shape;2132;p54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3" name="Google Shape;2133;p54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4" name="Google Shape;2134;p54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55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55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41" name="Google Shape;21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900" y="0"/>
            <a:ext cx="6439426" cy="2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413" y="2928400"/>
            <a:ext cx="8204389" cy="20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56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56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49" name="Google Shape;21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225" y="152400"/>
            <a:ext cx="68814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57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57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56" name="Google Shape;21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892" y="1020574"/>
            <a:ext cx="7025458" cy="139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7" name="Google Shape;2157;p57"/>
          <p:cNvPicPr preferRelativeResize="0"/>
          <p:nvPr/>
        </p:nvPicPr>
        <p:blipFill rotWithShape="1">
          <a:blip r:embed="rId4">
            <a:alphaModFix/>
          </a:blip>
          <a:srcRect b="49369" l="0" r="0" t="0"/>
          <a:stretch/>
        </p:blipFill>
        <p:spPr>
          <a:xfrm>
            <a:off x="3310825" y="2564999"/>
            <a:ext cx="3457600" cy="122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58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58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64" name="Google Shape;2164;p58"/>
          <p:cNvPicPr preferRelativeResize="0"/>
          <p:nvPr/>
        </p:nvPicPr>
        <p:blipFill rotWithShape="1">
          <a:blip r:embed="rId3">
            <a:alphaModFix/>
          </a:blip>
          <a:srcRect b="64570" l="0" r="0" t="0"/>
          <a:stretch/>
        </p:blipFill>
        <p:spPr>
          <a:xfrm>
            <a:off x="2035500" y="102475"/>
            <a:ext cx="5426501" cy="171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5" name="Google Shape;2165;p58"/>
          <p:cNvPicPr preferRelativeResize="0"/>
          <p:nvPr/>
        </p:nvPicPr>
        <p:blipFill rotWithShape="1">
          <a:blip r:embed="rId4">
            <a:alphaModFix/>
          </a:blip>
          <a:srcRect b="78736" l="0" r="0" t="0"/>
          <a:stretch/>
        </p:blipFill>
        <p:spPr>
          <a:xfrm>
            <a:off x="2427375" y="3045175"/>
            <a:ext cx="4289226" cy="95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6" name="Google Shape;2166;p58"/>
          <p:cNvPicPr preferRelativeResize="0"/>
          <p:nvPr/>
        </p:nvPicPr>
        <p:blipFill rotWithShape="1">
          <a:blip r:embed="rId5">
            <a:alphaModFix/>
          </a:blip>
          <a:srcRect b="49369" l="0" r="0" t="0"/>
          <a:stretch/>
        </p:blipFill>
        <p:spPr>
          <a:xfrm>
            <a:off x="3019950" y="4003512"/>
            <a:ext cx="3457600" cy="122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7" name="Google Shape;216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2425" y="1816825"/>
            <a:ext cx="5612650" cy="12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59"/>
          <p:cNvSpPr txBox="1"/>
          <p:nvPr>
            <p:ph type="title"/>
          </p:nvPr>
        </p:nvSpPr>
        <p:spPr>
          <a:xfrm>
            <a:off x="1870975" y="1620750"/>
            <a:ext cx="6157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 You!</a:t>
            </a:r>
            <a:endParaRPr sz="1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60"/>
          <p:cNvSpPr txBox="1"/>
          <p:nvPr>
            <p:ph type="title"/>
          </p:nvPr>
        </p:nvSpPr>
        <p:spPr>
          <a:xfrm>
            <a:off x="1870975" y="1620750"/>
            <a:ext cx="6157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Questions?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